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54864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纸质表单智能识别系统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Microsoft YaHei"/>
                <a:ea typeface="Microsoft YaHei"/>
              </a:rPr>
              <a:t>基于 PaddleOCR + OpenCV 的拍照表单自动识别与校验方案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数智中心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工厂/仓库场景中大量纸质记录表需要人工录入，效率低、易出错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目标：通过手机或相机拍照，自动提取表格字段并做基础校验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系统覆盖上传、矫正、识别、校验、可视化全流程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支持人工干预四角标定，适应拍摄角度畸变和复杂背景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-785012" y="1554480"/>
            <a:ext cx="32004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785012" y="171907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785012" y="212140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拍照上传</a:t>
            </a:r>
          </a:p>
        </p:txBody>
      </p:sp>
      <p:sp>
        <p:nvSpPr>
          <p:cNvPr id="7" name="Rectangle 6"/>
          <p:cNvSpPr/>
          <p:nvPr/>
        </p:nvSpPr>
        <p:spPr>
          <a:xfrm>
            <a:off x="2735427" y="1554480"/>
            <a:ext cx="32004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5427" y="171907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5427" y="212140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交互页面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554480"/>
            <a:ext cx="32004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171907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67" y="212140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请求网关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76307" y="1554480"/>
            <a:ext cx="3200400" cy="1143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76307" y="1719072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6307" y="212140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Microsoft YaHei"/>
                <a:ea typeface="Microsoft YaHei"/>
              </a:rPr>
              <a:t>OCR 服务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-510692" y="2926080"/>
            <a:ext cx="13213080" cy="36576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727" y="3383280"/>
            <a:ext cx="3474720" cy="1463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887" y="3520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前端交互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" y="3977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  <a:ea typeface="Microsoft YaHei"/>
              </a:rPr>
              <a:t>上传、预览、取点、结果展示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8487" y="3383280"/>
            <a:ext cx="3474720" cy="1463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647" y="3520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Node 网关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3977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  <a:ea typeface="Microsoft YaHei"/>
              </a:rPr>
              <a:t>Express + multer 转发请求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3247" y="3383280"/>
            <a:ext cx="3474720" cy="1463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407" y="3520440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</a:rPr>
              <a:t>Python 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407" y="3977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  <a:ea typeface="Microsoft YaHei"/>
              </a:rPr>
              <a:t>Flask + OpenCV + PaddleOCR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前端：图片上传与预览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上传方式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支持点击选择文件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支持拖拽上传图片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仅接受 JPG/PNG 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上传后实时显示预览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预览能力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object-fit: contain 自适应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保持原始像素比例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窗口缩放自动重绘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为四角标定提供可视化基础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前端：手动四角标定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669280" cy="489204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1206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点击取点
四角矫正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点击“点击取点”进入标定模式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依次点击左上、右上、右下、左下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9184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坐标实时换算为原图像素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覆盖自动检测，精确框选表格外框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93776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兼容 object-fit 居中偏移计算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后端：透视矫正与表格对齐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角点检测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Canny + 自适应阈值双策略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形态学闭运算连接断线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支持预期宽高比过滤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手动四角优先于自动检测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透视变换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按顺序排序四个角点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OpenCV getPerspectiveTransform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输出正视图 warped 图像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为字段裁剪提供标准坐标系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后端：OCR 识别引擎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669280" cy="489204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12064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PaddleOCR
字段级识别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基于 PaddleOCR 中文识别模型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按 fields.json 配置逐个裁剪单元格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29184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支持整行文本合并与平均置信度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11480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全局单例避免重复加载模型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937760"/>
            <a:ext cx="53035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• CPU 推理，易于本地部署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功能：校验与结果展示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字段校验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按字段配置正则或范围规则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自动判断通过/未通过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标记低置信度字段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整体通过状态一目了然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440680" cy="4892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98348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2000" b="1">
                <a:solidFill>
                  <a:srgbClr val="FF4D00"/>
                </a:solidFill>
                <a:latin typeface="Microsoft YaHei"/>
                <a:ea typeface="Microsoft YaHei"/>
              </a:rPr>
              <a:t>结果展示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表格化展示识别内容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06323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显示每个字段置信度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79475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红绿标识校验结果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526279"/>
            <a:ext cx="4983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</a:rPr>
              <a:t>• 展示实际使用的四角坐标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</a:rPr>
              <a:t>功能：Debug 可视化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保存矫正后的整表图片，确认四角范围正确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5915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按字段保存裁剪单元格图片，核对坐标是否偏移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8211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前端直接嵌入 base64 裁剪图，无需额外下载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05072"/>
            <a:ext cx="10561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icrosoft YaHei"/>
                <a:ea typeface="Microsoft YaHei"/>
              </a:rPr>
              <a:t>快速定位是角点问题、字段坐标问题还是识别问题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4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0" b="1">
                <a:solidFill>
                  <a:srgbClr val="1E293B"/>
                </a:solidFill>
                <a:latin typeface="Microsoft YaHei"/>
                <a:ea typeface="Microsoft YaHei"/>
              </a:rPr>
              <a:t>全流程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2200" b="0">
                <a:solidFill>
                  <a:srgbClr val="FF4D00"/>
                </a:solidFill>
                <a:latin typeface="Microsoft YaHei"/>
                <a:ea typeface="Microsoft YaHei"/>
              </a:rPr>
              <a:t>上传 → 标定 → 矫正 → 识别 → 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480560"/>
            <a:ext cx="923544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从一张照片到结构化结果，人工仅需必要时点击四个角点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让纸质表单录入更高效、更准确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Microsoft YaHei"/>
                <a:ea typeface="Microsoft YaHei"/>
              </a:rPr>
              <a:t>数智中心  ·  纸质表单智能识别系统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
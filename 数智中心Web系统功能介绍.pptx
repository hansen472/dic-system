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12191695" cy="54864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</a:rPr>
              <a:t>数智中心 Web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Microsoft YaHei"/>
                <a:ea typeface="Microsoft YaHei"/>
              </a:rPr>
              <a:t>覆盖生产、供应链、培训、审批、OCR 的全流程数字化管理平台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  <a:ea typeface="Microsoft YaHei"/>
              </a:rPr>
              <a:t>数智中心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项目定位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面向工厂、仓库、质量管理等场景的一体化 Web 管理入口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整合生产记录打印、供应商资质、审批流、培训记录、OCR 识别等能力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基于权限控制，不同角色只看到可访问的菜单与功能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0507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统一登录、统一导航，降低多系统切换成本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功能模块总览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287" y="1463040"/>
            <a:ext cx="3474720" cy="14630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447" y="16002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登录认证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2029968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  <a:ea typeface="Microsoft YaHei"/>
              </a:rPr>
              <a:t>用户名密码登录、Session 保持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1463040"/>
            <a:ext cx="3474720" cy="14630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647" y="16002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生产打印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647" y="2029968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  <a:ea typeface="Microsoft YaHei"/>
              </a:rPr>
              <a:t>按订单打印生产记录表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4687" y="1463040"/>
            <a:ext cx="3474720" cy="14630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847" y="16002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模板管理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2029968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  <a:ea typeface="Microsoft YaHei"/>
              </a:rPr>
              <a:t>打印模板版本与 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287" y="3429000"/>
            <a:ext cx="3474720" cy="14630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447" y="356616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数字大屏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" y="3995928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  <a:ea typeface="Microsoft YaHei"/>
              </a:rPr>
              <a:t>生产/检验数据可视化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8487" y="3429000"/>
            <a:ext cx="3474720" cy="14630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5647" y="356616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供应商资质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3995928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  <a:ea typeface="Microsoft YaHei"/>
              </a:rPr>
              <a:t>资质录入、审核、到期提醒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4687" y="3429000"/>
            <a:ext cx="3474720" cy="14630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1847" y="356616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审批流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847" y="3995928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  <a:ea typeface="Microsoft YaHei"/>
              </a:rPr>
              <a:t>可视化流程设计、待办审批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登录与权限体系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登录入口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用户名/密码登录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Session 会话保持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401 自动跳转登录页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登录成功后进入导航页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权限控制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用户管理：维护账号与部门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权限配置：按功能模块授权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侧边栏动态显示可见菜单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关键操作校验编辑权限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生产记录打印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按工单号查询产品批次信息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选择需要打印的数据行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选择模板（约 20 套生产记录/清场模板）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0507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设置打印份数，生成 PDF 输出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模板与日志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模板版本管理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维护打印模板多个版本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版本升级与历史回溯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模板差异对比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全局 CSS 样式编辑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打印记录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记录谁在什么时间打印了什么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记录订单号、批次、模板、份数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支持按条件查询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支持导出 Excel/CSV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数字大屏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669280" cy="489204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512064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生产数据
一屏掌握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对接外部工作流接口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46888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ECharts 可视化图表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29184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展示未处理/超期工单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11480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支持全屏展示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93776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生产、检验指标一目了然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供应商资质管理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基础数据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供应商主数据维护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产品列表管理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资质种类字典维护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支持 CSV 导入导出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资质录入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按产品选择资质类型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录入发证/到期日期、状态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按供应商/类别浏览资质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资质变更留痕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审批流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流程设计器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jsPlumb 可视化拖拽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开始/审批/条件/结束节点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设置审批人、会签模式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应用到资质、培训等模块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待办审批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我的待办/全部待办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审批通过/驳回/转交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查看审批历史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导航栏显示待办数量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培训记录管理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年度培训计划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维护年度培训计划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计划增删改与 CSV 导入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模板下载功能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与实际培训记录联动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培训记录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选择年度培训计划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填写培训时间/内容/形式/讲师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按部门选择参训人员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用户培训记录查询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OCR 纸质表单识别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表单识别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上传/拖拽拍照表单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手动四角标定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OpenCV 透视矫正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PaddleOCR 字段级识别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模板设计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上传标准表单项板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可视化框选字段区域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配置字段类型与校验规则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保存为 fields.json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日志与审计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操作日志：记录用户在系统中的关键操作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打印日志：谁在何时打印了哪些记录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资质日志：资质变更全程留痕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0507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支持按时间、用户、模块筛选导出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系统特点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前后端分离：前端纯 HTML，后端 Node.js + Python 服务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模块化设计：各功能独立页面，按需授权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可配置：模板、字段、流程、权限均可配置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0507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可扩展：OCR、审批流、大屏等能力可持续增强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一个入口，管好生产、供应链与培训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Microsoft YaHei"/>
                <a:ea typeface="Microsoft YaHei"/>
              </a:rPr>
              <a:t>数智中心 Web 系统功能介绍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